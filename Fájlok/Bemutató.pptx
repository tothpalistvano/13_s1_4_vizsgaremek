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5" r:id="rId10"/>
    <p:sldId id="259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AVxq0WvIJU?si=fdMjgQV-V2niKMh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7077808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Webáruház egy kreatív hobbibolt számára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Célok: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bolt elérésének növelése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Ötletek, tapasztalatok és segédletek elérése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Interaktív felület létrehozása horgoláshoz és kötéshez</a:t>
            </a:r>
          </a:p>
        </p:txBody>
      </p:sp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956" y="2448164"/>
            <a:ext cx="2048161" cy="416300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7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4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1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8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 b="47548"/>
          <a:stretch/>
        </p:blipFill>
        <p:spPr>
          <a:xfrm>
            <a:off x="8593667" y="685801"/>
            <a:ext cx="2776733" cy="2743200"/>
          </a:xfrm>
          <a:prstGeom prst="rect">
            <a:avLst/>
          </a:prstGeom>
        </p:spPr>
      </p:pic>
      <p:pic>
        <p:nvPicPr>
          <p:cNvPr id="6" name="Tartalom helye 4">
            <a:extLst>
              <a:ext uri="{FF2B5EF4-FFF2-40B4-BE49-F238E27FC236}">
                <a16:creationId xmlns:a16="http://schemas.microsoft.com/office/drawing/2014/main" id="{1BE3CA50-2222-4845-A8AB-0CE8C5056A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29" t="17395" r="36973" b="8660"/>
          <a:stretch/>
        </p:blipFill>
        <p:spPr>
          <a:xfrm>
            <a:off x="6172200" y="3534506"/>
            <a:ext cx="2062868" cy="3156437"/>
          </a:xfrm>
          <a:prstGeom prst="rect">
            <a:avLst/>
          </a:prstGeo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8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3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8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3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2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700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Fizetési cégekkel való kapcsolat (online fizetés)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 alkalmazás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Moderátorok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közötti üzenetváltás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Ruhadarabok kötés és horgolási mintatervezése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28852F-82BE-4AA8-A846-2ABD4E7A6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89468A5-FD64-4D93-8DB9-8EE49118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Források</a:t>
            </a: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476053C-A6BC-4C33-8474-C12BD5859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175933"/>
            <a:ext cx="9601200" cy="3581400"/>
          </a:xfrm>
        </p:spPr>
        <p:txBody>
          <a:bodyPr>
            <a:normAutofit fontScale="70000" lnSpcReduction="20000"/>
          </a:bodyPr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Prezentáció: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https://youtu.be/AAVxq0WvIJU?si=fdMjgQV-V2niKMhS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vizsgarész során a vizsgázó gyakorlati bemutatóval összekapcsolt szóbeli előadás formájában mutatja be a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szoftver célját,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műszaki megvalósítását,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működését,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forráskódját,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csapaton belüli munkamegosztást, a fejlesztési csapatban betöltött szerepét, a fejlesztés során használt projektszervezési eszközöket. </a:t>
            </a:r>
          </a:p>
          <a:p>
            <a:r>
              <a:rPr lang="hu-H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Első dia szinte olyan mint a dokumentáció, mintával, dátummal „vizsgaremek” felirat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 7 infó a dián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Végén köszönjük a figyelmet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71515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293</Words>
  <Application>Microsoft Office PowerPoint</Application>
  <PresentationFormat>Szélesvásznú</PresentationFormat>
  <Paragraphs>88</Paragraphs>
  <Slides>14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Reszponzívitás</vt:lpstr>
      <vt:lpstr>Tesztelés</vt:lpstr>
      <vt:lpstr>Fejlesztési lehetőségek</vt:lpstr>
      <vt:lpstr>Köszönjük a figyelmet!</vt:lpstr>
      <vt:lpstr>Források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45</cp:revision>
  <dcterms:created xsi:type="dcterms:W3CDTF">2026-02-27T07:48:09Z</dcterms:created>
  <dcterms:modified xsi:type="dcterms:W3CDTF">2026-03-20T08:29:27Z</dcterms:modified>
</cp:coreProperties>
</file>