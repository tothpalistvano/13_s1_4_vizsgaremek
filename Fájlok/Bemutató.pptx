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2596BE"/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go.wine/logo/Laravel" TargetMode="External"/><Relationship Id="rId2" Type="http://schemas.openxmlformats.org/officeDocument/2006/relationships/hyperlink" Target="https://www.svgrepo.com/svg/452130/vu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A36C547-47DA-446B-B8C6-9CED0751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9587" y="5065258"/>
            <a:ext cx="2663213" cy="85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17"/>
          <a:stretch/>
        </p:blipFill>
        <p:spPr>
          <a:xfrm>
            <a:off x="6857795" y="3566955"/>
            <a:ext cx="2048161" cy="27302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530799" y="3429000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3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3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8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16EE7A9-D8DB-422E-8782-F147E5C3A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348" y="976032"/>
            <a:ext cx="3040745" cy="46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Blogposztokban a tartalomkészítésben felhasznált termékek megjelölése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7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2057400"/>
          </a:xfrm>
        </p:spPr>
        <p:txBody>
          <a:bodyPr>
            <a:normAutofit/>
          </a:bodyPr>
          <a:lstStyle/>
          <a:p>
            <a:r>
              <a:rPr lang="hu-HU" sz="1800" dirty="0" err="1"/>
              <a:t>Vue</a:t>
            </a:r>
            <a:r>
              <a:rPr lang="hu-HU" sz="1800" dirty="0"/>
              <a:t>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2"/>
              </a:rPr>
              <a:t>https://www.svgrepo.com/svg/452130/vue</a:t>
            </a:r>
            <a:endParaRPr lang="hu-HU" sz="1800" dirty="0"/>
          </a:p>
          <a:p>
            <a:r>
              <a:rPr lang="hu-HU" sz="1800" dirty="0"/>
              <a:t>Laravel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3"/>
              </a:rPr>
              <a:t>https://www.logo.wine/logo/Laravel</a:t>
            </a:r>
            <a:endParaRPr lang="hu-HU" sz="1800" dirty="0"/>
          </a:p>
          <a:p>
            <a:pPr marL="0" indent="0">
              <a:buNone/>
            </a:pPr>
            <a:endParaRPr lang="hu-HU" sz="1800" dirty="0"/>
          </a:p>
          <a:p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264</Words>
  <Application>Microsoft Office PowerPoint</Application>
  <PresentationFormat>Szélesvásznú</PresentationFormat>
  <Paragraphs>84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58</cp:revision>
  <dcterms:created xsi:type="dcterms:W3CDTF">2026-02-27T07:48:09Z</dcterms:created>
  <dcterms:modified xsi:type="dcterms:W3CDTF">2026-04-14T08:40:25Z</dcterms:modified>
</cp:coreProperties>
</file>