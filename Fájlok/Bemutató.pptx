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61" r:id="rId6"/>
    <p:sldId id="260" r:id="rId7"/>
    <p:sldId id="264" r:id="rId8"/>
    <p:sldId id="265" r:id="rId9"/>
    <p:sldId id="259" r:id="rId10"/>
    <p:sldId id="258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2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2831603"/>
          </a:xfrm>
        </p:spPr>
        <p:txBody>
          <a:bodyPr>
            <a:normAutofit fontScale="90000"/>
          </a:bodyPr>
          <a:lstStyle/>
          <a:p>
            <a:r>
              <a:rPr lang="hu-HU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915385" y="5114963"/>
            <a:ext cx="615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Készítette: Kovács Edit és Tóthpál István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A projekt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69477"/>
            <a:ext cx="9601200" cy="4012223"/>
          </a:xfrm>
        </p:spPr>
        <p:txBody>
          <a:bodyPr>
            <a:normAutofit fontScale="92500" lnSpcReduction="10000"/>
          </a:bodyPr>
          <a:lstStyle/>
          <a:p>
            <a:r>
              <a:rPr lang="hu-HU" dirty="0">
                <a:solidFill>
                  <a:schemeClr val="tx1"/>
                </a:solidFill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</a:endParaRPr>
          </a:p>
          <a:p>
            <a:r>
              <a:rPr lang="hu-HU" dirty="0">
                <a:solidFill>
                  <a:schemeClr val="tx1"/>
                </a:solidFill>
              </a:rPr>
              <a:t>Angolul (???)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szoftver célját,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műszaki megvalósítását,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működését,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forráskódját,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a csapaton belüli munkamegosztást, a fejlesztési csapatban betöltött szerepét, a fejlesztés </a:t>
            </a:r>
            <a:r>
              <a:rPr lang="hu-HU" sz="1800" b="0" i="0" u="none" strike="noStrike" baseline="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so-rán</a:t>
            </a:r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használt projektszervezési eszközöket. </a:t>
            </a:r>
          </a:p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Backend, frontend, adatbázis – további diákon részletezi példa kódrészletekkel is</a:t>
            </a:r>
          </a:p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solidFill>
                  <a:schemeClr val="tx1"/>
                </a:solidFill>
              </a:rPr>
              <a:t>Reszponzívitás</a:t>
            </a:r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Munkamegosztás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53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361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747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1904646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94</Words>
  <Application>Microsoft Office PowerPoint</Application>
  <PresentationFormat>Szélesvásznú</PresentationFormat>
  <Paragraphs>22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0" baseType="lpstr">
      <vt:lpstr>Franklin Gothic Book</vt:lpstr>
      <vt:lpstr>Times New Roman</vt:lpstr>
      <vt:lpstr>Körülvágás</vt:lpstr>
      <vt:lpstr>Kreatív hobbi- és barkács webáruház</vt:lpstr>
      <vt:lpstr>A projekt bemutatása</vt:lpstr>
      <vt:lpstr>Funkciók</vt:lpstr>
      <vt:lpstr>Program részei</vt:lpstr>
      <vt:lpstr>Backend</vt:lpstr>
      <vt:lpstr>Frontend</vt:lpstr>
      <vt:lpstr>Adatbázis</vt:lpstr>
      <vt:lpstr>Reszponzívitás</vt:lpstr>
      <vt:lpstr>Tesztelés</vt:lpstr>
      <vt:lpstr>Munkamegosztás</vt:lpstr>
      <vt:lpstr>Bővítési lehetőségek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9</cp:revision>
  <dcterms:created xsi:type="dcterms:W3CDTF">2026-02-27T07:48:09Z</dcterms:created>
  <dcterms:modified xsi:type="dcterms:W3CDTF">2026-02-27T08:35:52Z</dcterms:modified>
</cp:coreProperties>
</file>