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62" r:id="rId4"/>
    <p:sldId id="263" r:id="rId5"/>
    <p:sldId id="258" r:id="rId6"/>
    <p:sldId id="261" r:id="rId7"/>
    <p:sldId id="260" r:id="rId8"/>
    <p:sldId id="264" r:id="rId9"/>
    <p:sldId id="265" r:id="rId10"/>
    <p:sldId id="259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0E0"/>
    <a:srgbClr val="2596BE"/>
    <a:srgbClr val="000000"/>
    <a:srgbClr val="FBFBFB"/>
    <a:srgbClr val="582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tílus és rács nélkül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82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D2B674F-1946-412B-A744-B9E1115EC83C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A7C395B-D2EA-43D7-BF28-1987FBAE7F4F}" type="slidenum">
              <a:rPr lang="en-GB" smtClean="0"/>
              <a:t>‹#›</a:t>
            </a:fld>
            <a:endParaRPr lang="en-GB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2748149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B674F-1946-412B-A744-B9E1115EC83C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C395B-D2EA-43D7-BF28-1987FBAE7F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7258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D2B674F-1946-412B-A744-B9E1115EC83C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A7C395B-D2EA-43D7-BF28-1987FBAE7F4F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393021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B674F-1946-412B-A744-B9E1115EC83C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C395B-D2EA-43D7-BF28-1987FBAE7F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5582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B674F-1946-412B-A744-B9E1115EC83C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C395B-D2EA-43D7-BF28-1987FBAE7F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3728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B674F-1946-412B-A744-B9E1115EC83C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C395B-D2EA-43D7-BF28-1987FBAE7F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9018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B674F-1946-412B-A744-B9E1115EC83C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C395B-D2EA-43D7-BF28-1987FBAE7F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177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D2B674F-1946-412B-A744-B9E1115EC83C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A7C395B-D2EA-43D7-BF28-1987FBAE7F4F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37239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D2B674F-1946-412B-A744-B9E1115EC83C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A7C395B-D2EA-43D7-BF28-1987FBAE7F4F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65623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B674F-1946-412B-A744-B9E1115EC83C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C395B-D2EA-43D7-BF28-1987FBAE7F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246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B674F-1946-412B-A744-B9E1115EC83C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C395B-D2EA-43D7-BF28-1987FBAE7F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9302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BD2B674F-1946-412B-A744-B9E1115EC83C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1A7C395B-D2EA-43D7-BF28-1987FBAE7F4F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68072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ogo.wine/logo/Laravel" TargetMode="External"/><Relationship Id="rId2" Type="http://schemas.openxmlformats.org/officeDocument/2006/relationships/hyperlink" Target="https://www.svgrepo.com/svg/452130/vu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D495940-38EC-4F7A-A108-52076AEFD3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5" y="1305580"/>
            <a:ext cx="8361229" cy="1632353"/>
          </a:xfrm>
        </p:spPr>
        <p:txBody>
          <a:bodyPr>
            <a:normAutofit/>
          </a:bodyPr>
          <a:lstStyle/>
          <a:p>
            <a:r>
              <a:rPr lang="hu-HU" sz="5400" dirty="0">
                <a:solidFill>
                  <a:srgbClr val="582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Kreatív hobbi- és barkács webáruház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482DF5E9-CEA3-42E0-A7AD-34188B148653}"/>
              </a:ext>
            </a:extLst>
          </p:cNvPr>
          <p:cNvSpPr txBox="1"/>
          <p:nvPr/>
        </p:nvSpPr>
        <p:spPr>
          <a:xfrm>
            <a:off x="1248147" y="4037418"/>
            <a:ext cx="25677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Készítették: </a:t>
            </a:r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Kovács Edit</a:t>
            </a:r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Tóthpál István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7AF31665-F8D6-4A71-B7CD-8B3838903AC8}"/>
              </a:ext>
            </a:extLst>
          </p:cNvPr>
          <p:cNvPicPr/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8102" y="4140200"/>
            <a:ext cx="1697023" cy="1412220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19E1F8BE-8BEF-4EF9-8C23-31F4824FDC3B}"/>
              </a:ext>
            </a:extLst>
          </p:cNvPr>
          <p:cNvSpPr txBox="1"/>
          <p:nvPr/>
        </p:nvSpPr>
        <p:spPr>
          <a:xfrm>
            <a:off x="4318958" y="3167390"/>
            <a:ext cx="35540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Vizsgaremek bemutató</a:t>
            </a:r>
          </a:p>
        </p:txBody>
      </p:sp>
    </p:spTree>
    <p:extLst>
      <p:ext uri="{BB962C8B-B14F-4D97-AF65-F5344CB8AC3E}">
        <p14:creationId xmlns:p14="http://schemas.microsoft.com/office/powerpoint/2010/main" val="4204527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736DA6-9D79-4DB7-90AD-09E3F5594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projekt bemutatása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001DDAED-5686-4A0D-A235-F749239A7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909233"/>
            <a:ext cx="7077808" cy="35814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Webáruház egy kreatív hobbibolt számára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Célok: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bolt elérésének növelése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Ötletek, tapasztalatok és segédletek elérése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Interaktív felület létrehozása horgoláshoz és kötéshez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6A36C547-47DA-446B-B8C6-9CED0751F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9587" y="5065258"/>
            <a:ext cx="2663213" cy="85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4218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9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6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3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" presetClass="entr" presetSubtype="2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736DA6-9D79-4DB7-90AD-09E3F5594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56733"/>
          </a:xfrm>
        </p:spPr>
        <p:txBody>
          <a:bodyPr/>
          <a:lstStyle/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 oldalunk funkciói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0692D13-F04E-4F4F-A667-DFE0B3C72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71133"/>
            <a:ext cx="9127067" cy="35814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Belépés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Regisztráció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Termékek böngészése, rendelése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Blogposztok böngészése, újak feltöltése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Egyedi minták készítése kép alapján horgoláshoz, kötéshez és hímzéshez, és az ehhez szükséges eszközök megrendelése az oldalunkról</a:t>
            </a:r>
          </a:p>
          <a:p>
            <a:pPr>
              <a:buFont typeface="Wingdings" panose="05000000000000000000" pitchFamily="2" charset="2"/>
              <a:buChar char="Ø"/>
            </a:pPr>
            <a:endParaRPr lang="hu-H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8789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736DA6-9D79-4DB7-90AD-09E3F5594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31333"/>
          </a:xfrm>
        </p:spPr>
        <p:txBody>
          <a:bodyPr/>
          <a:lstStyle/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részei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0692D13-F04E-4F4F-A667-DFE0B3C72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71700"/>
            <a:ext cx="3395133" cy="35814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u-HU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u-HU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Vue.js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u-HU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PrimeVue</a:t>
            </a:r>
            <a:endParaRPr lang="hu-HU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Adatbázis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u-HU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Relációs adatbázis</a:t>
            </a:r>
            <a:endParaRPr lang="hu-HU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5191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4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9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4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10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736DA6-9D79-4DB7-90AD-09E3F5594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5067"/>
          </a:xfrm>
        </p:spPr>
        <p:txBody>
          <a:bodyPr/>
          <a:lstStyle/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Munkamegosztás</a:t>
            </a:r>
          </a:p>
        </p:txBody>
      </p:sp>
      <p:graphicFrame>
        <p:nvGraphicFramePr>
          <p:cNvPr id="4" name="Táblázat 4">
            <a:extLst>
              <a:ext uri="{FF2B5EF4-FFF2-40B4-BE49-F238E27FC236}">
                <a16:creationId xmlns:a16="http://schemas.microsoft.com/office/drawing/2014/main" id="{F3ADCF9F-C003-4389-A81F-096209D55C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9385836"/>
              </p:ext>
            </p:extLst>
          </p:nvPr>
        </p:nvGraphicFramePr>
        <p:xfrm>
          <a:off x="1591733" y="2155614"/>
          <a:ext cx="9601200" cy="3108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77267">
                  <a:extLst>
                    <a:ext uri="{9D8B030D-6E8A-4147-A177-3AD203B41FA5}">
                      <a16:colId xmlns:a16="http://schemas.microsoft.com/office/drawing/2014/main" val="1522077895"/>
                    </a:ext>
                  </a:extLst>
                </a:gridCol>
                <a:gridCol w="5223933">
                  <a:extLst>
                    <a:ext uri="{9D8B030D-6E8A-4147-A177-3AD203B41FA5}">
                      <a16:colId xmlns:a16="http://schemas.microsoft.com/office/drawing/2014/main" val="902619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Kovács Edit:</a:t>
                      </a:r>
                    </a:p>
                    <a:p>
                      <a:endParaRPr lang="hu-H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hu-H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 és backend: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Blog, poszt feltöltése, kommentelés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Mintakészítő oldal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Profil oldal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hu-H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 tesztelés Postmannel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endParaRPr lang="hu-HU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hu-H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Adatbázis megtervezése, létrehozása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endParaRPr lang="hu-HU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Tóthpál István:</a:t>
                      </a:r>
                    </a:p>
                    <a:p>
                      <a:endParaRPr lang="hu-H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hu-H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 és backend: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Belépés és regisztráció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Termékek és áruház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Termékek rendelése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Adminisztrációs felület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hu-H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 tesztelés </a:t>
                      </a:r>
                      <a:r>
                        <a:rPr lang="hu-HU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Robotframeworkkel</a:t>
                      </a:r>
                      <a:endParaRPr lang="hu-H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endParaRPr lang="hu-HU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hu-H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Adatbázis feltöltése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endParaRPr lang="hu-HU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892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22146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736DA6-9D79-4DB7-90AD-09E3F5594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2453054" cy="896815"/>
          </a:xfrm>
        </p:spPr>
        <p:txBody>
          <a:bodyPr/>
          <a:lstStyle/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0692D13-F04E-4F4F-A667-DFE0B3C72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5125915" cy="3581400"/>
          </a:xfrm>
        </p:spPr>
        <p:txBody>
          <a:bodyPr/>
          <a:lstStyle/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Laravel 12</a:t>
            </a:r>
          </a:p>
          <a:p>
            <a:r>
              <a:rPr lang="hu-H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Sanctum</a:t>
            </a:r>
            <a:endParaRPr lang="hu-H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Kontrollerek</a:t>
            </a:r>
          </a:p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Migrációk, táblák</a:t>
            </a:r>
          </a:p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Backend-frontend összeköttetés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38F5AFF7-93D3-4D08-A7F2-FB4DB21F30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720"/>
          <a:stretch/>
        </p:blipFill>
        <p:spPr>
          <a:xfrm>
            <a:off x="8905956" y="252182"/>
            <a:ext cx="2930445" cy="3305636"/>
          </a:xfrm>
          <a:prstGeom prst="rect">
            <a:avLst/>
          </a:prstGeom>
          <a:ln>
            <a:noFill/>
          </a:ln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09414831-5E14-4101-BF7E-B9A1C967507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4417"/>
          <a:stretch/>
        </p:blipFill>
        <p:spPr>
          <a:xfrm>
            <a:off x="6857795" y="3566955"/>
            <a:ext cx="2048161" cy="2730228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4CCB59EF-C964-4CBA-99AC-E4B332D8F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2560" y="4932069"/>
            <a:ext cx="1435679" cy="1494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52519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9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6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3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736DA6-9D79-4DB7-90AD-09E3F5594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0692D13-F04E-4F4F-A667-DFE0B3C72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286000"/>
            <a:ext cx="5350933" cy="2286319"/>
          </a:xfrm>
        </p:spPr>
        <p:txBody>
          <a:bodyPr/>
          <a:lstStyle/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Vue.js 3</a:t>
            </a:r>
          </a:p>
          <a:p>
            <a:r>
              <a:rPr lang="hu-H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Pinia</a:t>
            </a:r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hu-H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endParaRPr lang="hu-H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Bővítmények – </a:t>
            </a:r>
            <a:r>
              <a:rPr lang="hu-H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PrimeVue</a:t>
            </a:r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hu-H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FontAwesome</a:t>
            </a:r>
            <a:endParaRPr lang="hu-H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6DCEB919-1031-473A-B48E-4F0E5E0BB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7148" y="397772"/>
            <a:ext cx="2486372" cy="2286319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F9846C76-EA7B-41BA-A6FE-26DD3E5DD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6330" y="3037572"/>
            <a:ext cx="2534004" cy="3134162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CCF3B571-DFA6-4E7E-998A-59BCADD4820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3667" b="65000" l="5667" r="93500">
                        <a14:foregroundMark x1="8500" y1="37000" x2="8500" y2="37000"/>
                        <a14:foregroundMark x1="5833" y1="35000" x2="5833" y2="35000"/>
                        <a14:foregroundMark x1="48667" y1="44333" x2="48667" y2="44333"/>
                        <a14:foregroundMark x1="60000" y1="49000" x2="60000" y2="49000"/>
                        <a14:foregroundMark x1="77167" y1="50333" x2="77167" y2="50333"/>
                        <a14:foregroundMark x1="80667" y1="56167" x2="80667" y2="56167"/>
                        <a14:foregroundMark x1="84667" y1="40500" x2="84667" y2="40500"/>
                        <a14:foregroundMark x1="84667" y1="50333" x2="84667" y2="50333"/>
                        <a14:foregroundMark x1="89667" y1="47000" x2="89667" y2="47000"/>
                        <a14:foregroundMark x1="93500" y1="46500" x2="93500" y2="46500"/>
                        <a14:foregroundMark x1="23500" y1="65000" x2="23500" y2="65000"/>
                      </a14:backgroundRemoval>
                    </a14:imgEffect>
                  </a14:imgLayer>
                </a14:imgProps>
              </a:ext>
            </a:extLst>
          </a:blip>
          <a:srcRect t="30000" b="31185"/>
          <a:stretch/>
        </p:blipFill>
        <p:spPr>
          <a:xfrm>
            <a:off x="6096000" y="5475034"/>
            <a:ext cx="1794933" cy="69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731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736DA6-9D79-4DB7-90AD-09E3F5594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Adatbázis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0692D13-F04E-4F4F-A667-DFE0B3C72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048607"/>
            <a:ext cx="9601200" cy="35814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 tábla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Mintaadatokkal való feltöltés </a:t>
            </a:r>
            <a:r>
              <a:rPr lang="hu-H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seeder</a:t>
            </a:r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és </a:t>
            </a:r>
            <a:r>
              <a:rPr lang="hu-H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factory</a:t>
            </a:r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segítségével:</a:t>
            </a:r>
          </a:p>
          <a:p>
            <a:pPr lvl="1"/>
            <a:r>
              <a:rPr lang="hu-HU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Termékek</a:t>
            </a:r>
          </a:p>
          <a:p>
            <a:pPr lvl="1"/>
            <a:r>
              <a:rPr lang="hu-HU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Címkék, kategóriák</a:t>
            </a:r>
          </a:p>
          <a:p>
            <a:pPr lvl="1"/>
            <a:r>
              <a:rPr lang="hu-HU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Kommentek</a:t>
            </a:r>
          </a:p>
          <a:p>
            <a:pPr lvl="1"/>
            <a:r>
              <a:rPr lang="hu-HU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Városok</a:t>
            </a:r>
          </a:p>
          <a:p>
            <a:pPr marL="530352" lvl="1" indent="0">
              <a:buNone/>
            </a:pPr>
            <a:endParaRPr lang="hu-HU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A3BBF849-1D16-4AEC-B1BA-DAA24D8705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94" b="47548"/>
          <a:stretch/>
        </p:blipFill>
        <p:spPr>
          <a:xfrm>
            <a:off x="8593667" y="685801"/>
            <a:ext cx="2776733" cy="2743200"/>
          </a:xfrm>
          <a:prstGeom prst="rect">
            <a:avLst/>
          </a:prstGeom>
        </p:spPr>
      </p:pic>
      <p:pic>
        <p:nvPicPr>
          <p:cNvPr id="4" name="Kép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7101" y="3152083"/>
            <a:ext cx="2607034" cy="327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2934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4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1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8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3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80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30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800"/>
                            </p:stCondLst>
                            <p:childTnLst>
                              <p:par>
                                <p:cTn id="3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300"/>
                            </p:stCondLst>
                            <p:childTnLst>
                              <p:par>
                                <p:cTn id="4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736DA6-9D79-4DB7-90AD-09E3F5594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61646"/>
          </a:xfrm>
        </p:spPr>
        <p:txBody>
          <a:bodyPr/>
          <a:lstStyle/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Reszponzívitás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0692D13-F04E-4F4F-A667-DFE0B3C72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1" y="2036620"/>
            <a:ext cx="5232400" cy="3581400"/>
          </a:xfrm>
        </p:spPr>
        <p:txBody>
          <a:bodyPr/>
          <a:lstStyle/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Igényes kinézet az összes funkció elérésével az alábbiakon is:</a:t>
            </a:r>
          </a:p>
          <a:p>
            <a:pPr lvl="1"/>
            <a:r>
              <a:rPr lang="hu-HU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Laptop</a:t>
            </a:r>
          </a:p>
          <a:p>
            <a:pPr lvl="1"/>
            <a:r>
              <a:rPr lang="hu-HU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Tablet</a:t>
            </a:r>
          </a:p>
          <a:p>
            <a:pPr lvl="1"/>
            <a:r>
              <a:rPr lang="hu-HU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</a:t>
            </a:r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2899" y="2709111"/>
            <a:ext cx="2889689" cy="4068916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416EE7A9-D8DB-422E-8782-F147E5C3A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348" y="976032"/>
            <a:ext cx="3040745" cy="464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2727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9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6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736DA6-9D79-4DB7-90AD-09E3F5594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29733"/>
          </a:xfrm>
        </p:spPr>
        <p:txBody>
          <a:bodyPr/>
          <a:lstStyle/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Tesztelés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0692D13-F04E-4F4F-A667-DFE0B3C72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tesztek környezete:</a:t>
            </a:r>
          </a:p>
          <a:p>
            <a:pPr lvl="1"/>
            <a:r>
              <a:rPr lang="hu-HU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Selenium</a:t>
            </a:r>
            <a:r>
              <a:rPr lang="hu-HU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Library</a:t>
            </a:r>
            <a:r>
              <a:rPr lang="hu-HU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hu-HU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Robotframework</a:t>
            </a:r>
            <a:endParaRPr lang="hu-HU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tesztek környezete:</a:t>
            </a:r>
          </a:p>
          <a:p>
            <a:pPr lvl="1"/>
            <a:r>
              <a:rPr lang="hu-HU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44A38960-D4BA-4B80-BA28-FDA596D77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7071" y="685800"/>
            <a:ext cx="3639058" cy="4286848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29CCA974-8804-4EAA-8365-E27E5DD88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2038" y="4093198"/>
            <a:ext cx="2402162" cy="207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4805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00"/>
                            </p:stCondLst>
                            <p:childTnLst>
                              <p:par>
                                <p:cTn id="3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736DA6-9D79-4DB7-90AD-09E3F5594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38200"/>
          </a:xfrm>
        </p:spPr>
        <p:txBody>
          <a:bodyPr/>
          <a:lstStyle/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Fejlesztési lehetőségek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0692D13-F04E-4F4F-A667-DFE0B3C72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8238067" cy="3581400"/>
          </a:xfrm>
        </p:spPr>
        <p:txBody>
          <a:bodyPr/>
          <a:lstStyle/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Szállító cégekkel való kapcsolat</a:t>
            </a:r>
          </a:p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Fizetési cégekkel való kapcsolat (online fizetés)</a:t>
            </a:r>
          </a:p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 alkalmazás</a:t>
            </a:r>
          </a:p>
          <a:p>
            <a:r>
              <a:rPr lang="hu-HU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Felhasználók </a:t>
            </a:r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közötti üzenetváltás</a:t>
            </a:r>
          </a:p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Ruhadarabok kötés és horgolási mintatervezése</a:t>
            </a:r>
          </a:p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Blogposztokban a tartalomkészítésben felhasznált termékek megjelölése</a:t>
            </a:r>
          </a:p>
          <a:p>
            <a:endParaRPr lang="hu-H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5326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9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6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3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736DA6-9D79-4DB7-90AD-09E3F5594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686050"/>
            <a:ext cx="9601200" cy="963083"/>
          </a:xfrm>
        </p:spPr>
        <p:txBody>
          <a:bodyPr>
            <a:normAutofit/>
          </a:bodyPr>
          <a:lstStyle/>
          <a:p>
            <a:pPr algn="ctr"/>
            <a:r>
              <a:rPr lang="hu-HU" sz="5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39448112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A028852F-82BE-4AA8-A846-2ABD4E7A6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2057400"/>
          </a:xfrm>
        </p:spPr>
        <p:txBody>
          <a:bodyPr>
            <a:normAutofit/>
          </a:bodyPr>
          <a:lstStyle/>
          <a:p>
            <a:r>
              <a:rPr lang="hu-HU" sz="1800" dirty="0" err="1"/>
              <a:t>Vue</a:t>
            </a:r>
            <a:r>
              <a:rPr lang="hu-HU" sz="1800" dirty="0"/>
              <a:t> </a:t>
            </a:r>
            <a:r>
              <a:rPr lang="hu-HU" sz="1800" dirty="0" err="1"/>
              <a:t>logo</a:t>
            </a:r>
            <a:r>
              <a:rPr lang="hu-HU" sz="1800" dirty="0"/>
              <a:t>: </a:t>
            </a:r>
            <a:r>
              <a:rPr lang="hu-HU" sz="1800" dirty="0">
                <a:hlinkClick r:id="rId2"/>
              </a:rPr>
              <a:t>https://www.svgrepo.com/svg/452130/vue</a:t>
            </a:r>
            <a:endParaRPr lang="hu-HU" sz="1800" dirty="0"/>
          </a:p>
          <a:p>
            <a:r>
              <a:rPr lang="hu-HU" sz="1800" dirty="0"/>
              <a:t>Laravel </a:t>
            </a:r>
            <a:r>
              <a:rPr lang="hu-HU" sz="1800" dirty="0" err="1"/>
              <a:t>logo</a:t>
            </a:r>
            <a:r>
              <a:rPr lang="hu-HU" sz="1800" dirty="0"/>
              <a:t>: </a:t>
            </a:r>
            <a:r>
              <a:rPr lang="hu-HU" sz="1800" dirty="0">
                <a:hlinkClick r:id="rId3"/>
              </a:rPr>
              <a:t>https://www.logo.wine/logo/Laravel</a:t>
            </a:r>
            <a:endParaRPr lang="hu-HU" sz="1800" dirty="0"/>
          </a:p>
          <a:p>
            <a:pPr marL="0" indent="0">
              <a:buNone/>
            </a:pPr>
            <a:endParaRPr lang="hu-HU" sz="1800" dirty="0"/>
          </a:p>
          <a:p>
            <a:endParaRPr lang="hu-HU" sz="1800" dirty="0"/>
          </a:p>
        </p:txBody>
      </p:sp>
      <p:sp>
        <p:nvSpPr>
          <p:cNvPr id="6" name="Cím 1">
            <a:extLst>
              <a:ext uri="{FF2B5EF4-FFF2-40B4-BE49-F238E27FC236}">
                <a16:creationId xmlns:a16="http://schemas.microsoft.com/office/drawing/2014/main" id="{B89468A5-FD64-4D93-8DB9-8EE491183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38200"/>
          </a:xfrm>
        </p:spPr>
        <p:txBody>
          <a:bodyPr/>
          <a:lstStyle/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Források</a:t>
            </a:r>
          </a:p>
        </p:txBody>
      </p:sp>
    </p:spTree>
    <p:extLst>
      <p:ext uri="{BB962C8B-B14F-4D97-AF65-F5344CB8AC3E}">
        <p14:creationId xmlns:p14="http://schemas.microsoft.com/office/powerpoint/2010/main" val="35285852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Körülvágás">
  <a:themeElements>
    <a:clrScheme name="6. egyéni séma">
      <a:dk1>
        <a:srgbClr val="4C2600"/>
      </a:dk1>
      <a:lt1>
        <a:sysClr val="window" lastClr="FFFFFF"/>
      </a:lt1>
      <a:dk2>
        <a:srgbClr val="7F3200"/>
      </a:dk2>
      <a:lt2>
        <a:srgbClr val="EFEDE3"/>
      </a:lt2>
      <a:accent1>
        <a:srgbClr val="FF9933"/>
      </a:accent1>
      <a:accent2>
        <a:srgbClr val="FF6600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Körülvágás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Körülvágá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TM10001105[[fn=Körülvágás]]</Template>
  <TotalTime>2</TotalTime>
  <Words>242</Words>
  <Application>Microsoft Office PowerPoint</Application>
  <PresentationFormat>Szélesvásznú</PresentationFormat>
  <Paragraphs>83</Paragraphs>
  <Slides>13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8" baseType="lpstr">
      <vt:lpstr>Arial</vt:lpstr>
      <vt:lpstr>Franklin Gothic Book</vt:lpstr>
      <vt:lpstr>Times New Roman</vt:lpstr>
      <vt:lpstr>Wingdings</vt:lpstr>
      <vt:lpstr>Körülvágás</vt:lpstr>
      <vt:lpstr>Kreatív hobbi- és barkács webáruház</vt:lpstr>
      <vt:lpstr>A projekt bemutatása</vt:lpstr>
      <vt:lpstr>Az oldalunk funkciói</vt:lpstr>
      <vt:lpstr>Program részei</vt:lpstr>
      <vt:lpstr>Munkamegosztás</vt:lpstr>
      <vt:lpstr>Backend</vt:lpstr>
      <vt:lpstr>Frontend</vt:lpstr>
      <vt:lpstr>Adatbázis</vt:lpstr>
      <vt:lpstr>Reszponzívitás</vt:lpstr>
      <vt:lpstr>Tesztelés</vt:lpstr>
      <vt:lpstr>Fejlesztési lehetőségek</vt:lpstr>
      <vt:lpstr>Köszönjük a figyelmet!</vt:lpstr>
      <vt:lpstr>Források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Kovács Edit</dc:creator>
  <cp:lastModifiedBy>User</cp:lastModifiedBy>
  <cp:revision>61</cp:revision>
  <dcterms:created xsi:type="dcterms:W3CDTF">2026-02-27T07:48:09Z</dcterms:created>
  <dcterms:modified xsi:type="dcterms:W3CDTF">2026-04-19T16:02:02Z</dcterms:modified>
</cp:coreProperties>
</file>