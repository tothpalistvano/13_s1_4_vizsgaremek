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62" r:id="rId4"/>
    <p:sldId id="263" r:id="rId5"/>
    <p:sldId id="261" r:id="rId6"/>
    <p:sldId id="260" r:id="rId7"/>
    <p:sldId id="264" r:id="rId8"/>
    <p:sldId id="268" r:id="rId9"/>
    <p:sldId id="265" r:id="rId10"/>
    <p:sldId id="259" r:id="rId11"/>
    <p:sldId id="258" r:id="rId12"/>
    <p:sldId id="266" r:id="rId13"/>
    <p:sldId id="267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BFBFB"/>
    <a:srgbClr val="582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tílus és rács nélkül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748149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25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393021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82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372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901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177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37239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65623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46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9302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BD2B674F-1946-412B-A744-B9E1115EC83C}" type="datetimeFigureOut">
              <a:rPr lang="en-GB" smtClean="0"/>
              <a:t>04/03/2026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1A7C395B-D2EA-43D7-BF28-1987FBAE7F4F}" type="slidenum">
              <a:rPr lang="en-GB" smtClean="0"/>
              <a:t>‹#›</a:t>
            </a:fld>
            <a:endParaRPr lang="en-GB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68072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AVxq0WvIJU?si=fdMjgQV-V2niKMh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495940-38EC-4F7A-A108-52076AEFD3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1305580"/>
            <a:ext cx="8361229" cy="1632353"/>
          </a:xfrm>
        </p:spPr>
        <p:txBody>
          <a:bodyPr>
            <a:normAutofit/>
          </a:bodyPr>
          <a:lstStyle/>
          <a:p>
            <a:r>
              <a:rPr lang="hu-HU" sz="5400" dirty="0">
                <a:solidFill>
                  <a:srgbClr val="582C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Kreatív hobbi- és barkács webáruház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482DF5E9-CEA3-42E0-A7AD-34188B148653}"/>
              </a:ext>
            </a:extLst>
          </p:cNvPr>
          <p:cNvSpPr txBox="1"/>
          <p:nvPr/>
        </p:nvSpPr>
        <p:spPr>
          <a:xfrm>
            <a:off x="1248147" y="4037418"/>
            <a:ext cx="25677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Készítették: 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Kovács Edit</a:t>
            </a:r>
          </a:p>
          <a:p>
            <a:r>
              <a:rPr lang="hu-H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Tóthpál István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F31665-F8D6-4A71-B7CD-8B3838903AC8}"/>
              </a:ext>
            </a:extLst>
          </p:cNvPr>
          <p:cNvPicPr/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8102" y="4140200"/>
            <a:ext cx="1697023" cy="1412220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19E1F8BE-8BEF-4EF9-8C23-31F4824FDC3B}"/>
              </a:ext>
            </a:extLst>
          </p:cNvPr>
          <p:cNvSpPr txBox="1"/>
          <p:nvPr/>
        </p:nvSpPr>
        <p:spPr>
          <a:xfrm>
            <a:off x="4318958" y="3167390"/>
            <a:ext cx="35540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Vizsgaremek bemutató</a:t>
            </a:r>
          </a:p>
        </p:txBody>
      </p:sp>
    </p:spTree>
    <p:extLst>
      <p:ext uri="{BB962C8B-B14F-4D97-AF65-F5344CB8AC3E}">
        <p14:creationId xmlns:p14="http://schemas.microsoft.com/office/powerpoint/2010/main" val="4204527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projekt bemutatása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001DDAED-5686-4A0D-A235-F749239A7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09233"/>
            <a:ext cx="58589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1421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56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 oldalunk funkciói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1133"/>
            <a:ext cx="9127067" cy="35814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 böngészése, rendelése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Blogposztok böngészése, újak feltöltése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Egyedi minták készítése kép alapján horgoláshoz, kötéshez és hímzéshez, és az ehhez szükséges eszközök megrendelése az oldalunkról</a:t>
            </a:r>
          </a:p>
          <a:p>
            <a:pPr>
              <a:buFont typeface="Wingdings" panose="05000000000000000000" pitchFamily="2" charset="2"/>
              <a:buChar char="Ø"/>
            </a:pP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878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9313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71700"/>
            <a:ext cx="3395133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5191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2453054" cy="896815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25915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 12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Sanctum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Kontrollerek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Migrációk, táblák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Backend-frontend összeköttetés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8F5AFF7-93D3-4D08-A7F2-FB4DB21F30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20"/>
          <a:stretch/>
        </p:blipFill>
        <p:spPr>
          <a:xfrm>
            <a:off x="8905956" y="252182"/>
            <a:ext cx="2930445" cy="3305636"/>
          </a:xfrm>
          <a:prstGeom prst="rect">
            <a:avLst/>
          </a:prstGeom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414831-5E14-4101-BF7E-B9A1C9675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956" y="2448164"/>
            <a:ext cx="2048161" cy="416300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4CCB59EF-C964-4CBA-99AC-E4B332D8F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2560" y="4932069"/>
            <a:ext cx="1435679" cy="1494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251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5350933" cy="2286319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Vue.js 3</a:t>
            </a:r>
          </a:p>
          <a:p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Pinia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Bővítmények –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PrimeVue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FontAwesome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DCEB919-1031-473A-B48E-4F0E5E0BB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148" y="397772"/>
            <a:ext cx="2486372" cy="228631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9846C76-EA7B-41BA-A6FE-26DD3E5DD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330" y="3037572"/>
            <a:ext cx="2534004" cy="3134162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CF3B571-DFA6-4E7E-998A-59BCADD4820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3667" b="65000" l="5667" r="93500">
                        <a14:foregroundMark x1="8500" y1="37000" x2="8500" y2="37000"/>
                        <a14:foregroundMark x1="5833" y1="35000" x2="5833" y2="35000"/>
                        <a14:foregroundMark x1="48667" y1="44333" x2="48667" y2="44333"/>
                        <a14:foregroundMark x1="60000" y1="49000" x2="60000" y2="49000"/>
                        <a14:foregroundMark x1="77167" y1="50333" x2="77167" y2="50333"/>
                        <a14:foregroundMark x1="80667" y1="56167" x2="80667" y2="56167"/>
                        <a14:foregroundMark x1="84667" y1="40500" x2="84667" y2="40500"/>
                        <a14:foregroundMark x1="84667" y1="50333" x2="84667" y2="50333"/>
                        <a14:foregroundMark x1="89667" y1="47000" x2="89667" y2="47000"/>
                        <a14:foregroundMark x1="93500" y1="46500" x2="93500" y2="46500"/>
                        <a14:foregroundMark x1="23500" y1="65000" x2="23500" y2="65000"/>
                      </a14:backgroundRemoval>
                    </a14:imgEffect>
                  </a14:imgLayer>
                </a14:imgProps>
              </a:ext>
            </a:extLst>
          </a:blip>
          <a:srcRect t="30000" b="31185"/>
          <a:stretch/>
        </p:blipFill>
        <p:spPr>
          <a:xfrm>
            <a:off x="6096000" y="5475034"/>
            <a:ext cx="1794933" cy="69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3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48607"/>
            <a:ext cx="9601200" cy="35814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18 tábla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Mintaadatokkal való feltöltés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seeder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lang="hu-H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segítségével: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Termékek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Címkék, kategóriák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Kommentek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Városok</a:t>
            </a:r>
          </a:p>
          <a:p>
            <a:pPr marL="530352" lvl="1" indent="0">
              <a:buNone/>
            </a:pP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3BBF849-1D16-4AEC-B1BA-DAA24D8705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94"/>
          <a:stretch/>
        </p:blipFill>
        <p:spPr>
          <a:xfrm>
            <a:off x="8593667" y="685800"/>
            <a:ext cx="2776733" cy="52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293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727DEE5-9D71-4742-BD18-4113BDDF0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928" y="408842"/>
            <a:ext cx="11053531" cy="6040315"/>
          </a:xfrm>
        </p:spPr>
      </p:pic>
      <p:sp>
        <p:nvSpPr>
          <p:cNvPr id="6" name="Téglalap 5">
            <a:extLst>
              <a:ext uri="{FF2B5EF4-FFF2-40B4-BE49-F238E27FC236}">
                <a16:creationId xmlns:a16="http://schemas.microsoft.com/office/drawing/2014/main" id="{DD21224A-048D-4922-85C5-E1ED7631335C}"/>
              </a:ext>
            </a:extLst>
          </p:cNvPr>
          <p:cNvSpPr/>
          <p:nvPr/>
        </p:nvSpPr>
        <p:spPr>
          <a:xfrm>
            <a:off x="10770577" y="6075485"/>
            <a:ext cx="1046285" cy="228600"/>
          </a:xfrm>
          <a:prstGeom prst="rect">
            <a:avLst/>
          </a:prstGeom>
          <a:solidFill>
            <a:srgbClr val="FBFB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8585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61646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Reszponzívitás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92727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29733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 tesztek környezete:</a:t>
            </a:r>
          </a:p>
          <a:p>
            <a:pPr lvl="1"/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Selenium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Library</a:t>
            </a:r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hu-HU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Robotframework</a:t>
            </a:r>
            <a:endParaRPr lang="hu-HU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 tesztek környezete:</a:t>
            </a:r>
          </a:p>
          <a:p>
            <a:pPr lvl="1"/>
            <a:r>
              <a:rPr lang="hu-HU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4A38960-D4BA-4B80-BA28-FDA596D77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071" y="685800"/>
            <a:ext cx="3639058" cy="428684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9CCA974-8804-4EAA-8365-E27E5DD88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2038" y="4093198"/>
            <a:ext cx="2402162" cy="207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80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5067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Munkamegosztás</a:t>
            </a:r>
          </a:p>
        </p:txBody>
      </p:sp>
      <p:graphicFrame>
        <p:nvGraphicFramePr>
          <p:cNvPr id="4" name="Táblázat 4">
            <a:extLst>
              <a:ext uri="{FF2B5EF4-FFF2-40B4-BE49-F238E27FC236}">
                <a16:creationId xmlns:a16="http://schemas.microsoft.com/office/drawing/2014/main" id="{F3ADCF9F-C003-4389-A81F-096209D55C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385836"/>
              </p:ext>
            </p:extLst>
          </p:nvPr>
        </p:nvGraphicFramePr>
        <p:xfrm>
          <a:off x="1591733" y="2155614"/>
          <a:ext cx="960120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77267">
                  <a:extLst>
                    <a:ext uri="{9D8B030D-6E8A-4147-A177-3AD203B41FA5}">
                      <a16:colId xmlns:a16="http://schemas.microsoft.com/office/drawing/2014/main" val="1522077895"/>
                    </a:ext>
                  </a:extLst>
                </a:gridCol>
                <a:gridCol w="5223933">
                  <a:extLst>
                    <a:ext uri="{9D8B030D-6E8A-4147-A177-3AD203B41FA5}">
                      <a16:colId xmlns:a16="http://schemas.microsoft.com/office/drawing/2014/main" val="9026194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Kovács Edit: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Blog, poszt feltöltése, kommentelés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Mintakészítő oldal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Profil oldal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Backend tesztelés Postmannel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megtervezése, létrehozása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hu-HU" u="sng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Tóthpál István:</a:t>
                      </a:r>
                    </a:p>
                    <a:p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és backend: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Belépés és regisztráció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és áruház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Termékek rendelése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hu-HU" i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Adminisztrációs felület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Frontend tesztelés </a:t>
                      </a:r>
                      <a:r>
                        <a:rPr lang="hu-HU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Robotframeworkkel</a:t>
                      </a:r>
                      <a:endParaRPr lang="hu-H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lang="hu-H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Adatbázis feltöltése</a:t>
                      </a:r>
                    </a:p>
                    <a:p>
                      <a:pPr marL="742950" lvl="1" indent="-285750">
                        <a:buFont typeface="Arial" panose="020B0604020202020204" pitchFamily="34" charset="0"/>
                        <a:buChar char="•"/>
                      </a:pPr>
                      <a:endParaRPr lang="hu-HU" i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892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214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8382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Bővítési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692D13-F04E-4F4F-A667-DFE0B3C72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8238067" cy="3581400"/>
          </a:xfrm>
        </p:spPr>
        <p:txBody>
          <a:bodyPr/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Szállító cégekkel való kapcsolat</a:t>
            </a:r>
          </a:p>
          <a:p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0532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736DA6-9D79-4DB7-90AD-09E3F559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963083"/>
          </a:xfrm>
        </p:spPr>
        <p:txBody>
          <a:bodyPr>
            <a:normAutofit/>
          </a:bodyPr>
          <a:lstStyle/>
          <a:p>
            <a:pPr algn="ctr"/>
            <a:r>
              <a:rPr lang="hu-H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944811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F476053C-A6BC-4C33-8474-C12BD58598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2175933"/>
            <a:ext cx="9601200" cy="3581400"/>
          </a:xfrm>
        </p:spPr>
        <p:txBody>
          <a:bodyPr>
            <a:normAutofit fontScale="70000" lnSpcReduction="20000"/>
          </a:bodyPr>
          <a:lstStyle/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Prezentáció:</a:t>
            </a:r>
          </a:p>
          <a:p>
            <a:r>
              <a:rPr lang="hu-H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https://youtu.be/AAVxq0WvIJU?si=fdMjgQV-V2niKMhS</a:t>
            </a:r>
            <a:endParaRPr lang="hu-H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vizsgarész során a vizsgázó gyakorlati bemutatóval összekapcsolt szóbeli előadás formájában mutatja be a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szoftver célját,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műszaki megvalósítását,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működését,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forráskódját, 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csapaton belüli munkamegosztást, a fejlesztési csapatban betöltött szerepét, a fejlesztés során használt projektszervezési eszközöket. </a:t>
            </a:r>
          </a:p>
          <a:p>
            <a:r>
              <a:rPr lang="hu-H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Első dia szinte olyan mint a dokumentáció, mintával, dátummal „vizsgaremek” felirat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 7 infó a dián</a:t>
            </a:r>
          </a:p>
          <a:p>
            <a:r>
              <a:rPr lang="hu-HU" sz="20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Végén köszönjük a figyelmet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37151539"/>
      </p:ext>
    </p:extLst>
  </p:cSld>
  <p:clrMapOvr>
    <a:masterClrMapping/>
  </p:clrMapOvr>
</p:sld>
</file>

<file path=ppt/theme/theme1.xml><?xml version="1.0" encoding="utf-8"?>
<a:theme xmlns:a="http://schemas.openxmlformats.org/drawingml/2006/main" name="Körülvágás">
  <a:themeElements>
    <a:clrScheme name="6. egyéni séma">
      <a:dk1>
        <a:srgbClr val="4C2600"/>
      </a:dk1>
      <a:lt1>
        <a:sysClr val="window" lastClr="FFFFFF"/>
      </a:lt1>
      <a:dk2>
        <a:srgbClr val="7F3200"/>
      </a:dk2>
      <a:lt2>
        <a:srgbClr val="EFEDE3"/>
      </a:lt2>
      <a:accent1>
        <a:srgbClr val="FF9933"/>
      </a:accent1>
      <a:accent2>
        <a:srgbClr val="FF6600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Körülvágás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örülvágá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TM10001105[[fn=Körülvágás]]</Template>
  <TotalTime>0</TotalTime>
  <Words>250</Words>
  <Application>Microsoft Office PowerPoint</Application>
  <PresentationFormat>Szélesvásznú</PresentationFormat>
  <Paragraphs>77</Paragraphs>
  <Slides>14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Arial</vt:lpstr>
      <vt:lpstr>Franklin Gothic Book</vt:lpstr>
      <vt:lpstr>Times New Roman</vt:lpstr>
      <vt:lpstr>Wingdings</vt:lpstr>
      <vt:lpstr>Körülvágás</vt:lpstr>
      <vt:lpstr>Kreatív hobbi- és barkács webáruház</vt:lpstr>
      <vt:lpstr>A projekt bemutatása</vt:lpstr>
      <vt:lpstr>Az oldalunk funkciói</vt:lpstr>
      <vt:lpstr>Program részei</vt:lpstr>
      <vt:lpstr>Backend</vt:lpstr>
      <vt:lpstr>Frontend</vt:lpstr>
      <vt:lpstr>Adatbázis</vt:lpstr>
      <vt:lpstr>PowerPoint-bemutató</vt:lpstr>
      <vt:lpstr>Reszponzívitás</vt:lpstr>
      <vt:lpstr>Tesztelés</vt:lpstr>
      <vt:lpstr>Munkamegosztás</vt:lpstr>
      <vt:lpstr>Bővítési lehetőségek</vt:lpstr>
      <vt:lpstr>Köszönjük a figyelmet!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Kovács Edit</dc:creator>
  <cp:lastModifiedBy>Kovács Edit</cp:lastModifiedBy>
  <cp:revision>33</cp:revision>
  <dcterms:created xsi:type="dcterms:W3CDTF">2026-02-27T07:48:09Z</dcterms:created>
  <dcterms:modified xsi:type="dcterms:W3CDTF">2026-03-04T09:40:11Z</dcterms:modified>
</cp:coreProperties>
</file>