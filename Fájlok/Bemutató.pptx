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61" r:id="rId6"/>
    <p:sldId id="260" r:id="rId7"/>
    <p:sldId id="264" r:id="rId8"/>
    <p:sldId id="268" r:id="rId9"/>
    <p:sldId id="265" r:id="rId10"/>
    <p:sldId id="259" r:id="rId11"/>
    <p:sldId id="258" r:id="rId12"/>
    <p:sldId id="266" r:id="rId13"/>
    <p:sldId id="267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4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AVxq0WvIJU?si=fdMjgQV-V2niKMh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58589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956" y="2448164"/>
            <a:ext cx="2048161" cy="416300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7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40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1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8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/>
          <a:stretch/>
        </p:blipFill>
        <p:spPr>
          <a:xfrm>
            <a:off x="8593667" y="685800"/>
            <a:ext cx="2776733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8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3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8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3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727DEE5-9D71-4742-BD18-4113BDDF0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8" y="408842"/>
            <a:ext cx="11053531" cy="6040315"/>
          </a:xfr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  <p:sp>
        <p:nvSpPr>
          <p:cNvPr id="7" name="Téglalap 6">
            <a:extLst>
              <a:ext uri="{FF2B5EF4-FFF2-40B4-BE49-F238E27FC236}">
                <a16:creationId xmlns:a16="http://schemas.microsoft.com/office/drawing/2014/main" id="{26378F6A-7F11-43CD-B05D-8B1B6F0809DF}"/>
              </a:ext>
            </a:extLst>
          </p:cNvPr>
          <p:cNvSpPr/>
          <p:nvPr/>
        </p:nvSpPr>
        <p:spPr>
          <a:xfrm>
            <a:off x="10770577" y="6075485"/>
            <a:ext cx="1046285" cy="2286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7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2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700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476053C-A6BC-4C33-8474-C12BD5859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175933"/>
            <a:ext cx="9601200" cy="3581400"/>
          </a:xfrm>
        </p:spPr>
        <p:txBody>
          <a:bodyPr>
            <a:normAutofit fontScale="70000" lnSpcReduction="20000"/>
          </a:bodyPr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Prezentáció: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https://youtu.be/AAVxq0WvIJU?si=fdMjgQV-V2niKMhS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vizsgarész során a vizsgázó gyakorlati bemutatóval összekapcsolt szóbeli előadás formájában mutatja be a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szoftver célját,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műszaki megvalósítását,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működését,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forráskódját,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csapaton belüli munkamegosztást, a fejlesztési csapatban betöltött szerepét, a fejlesztés során használt projektszervezési eszközöket. </a:t>
            </a:r>
          </a:p>
          <a:p>
            <a:r>
              <a:rPr lang="hu-H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Első dia szinte olyan mint a dokumentáció, mintával, dátummal „vizsgaremek” felirat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 7 infó a dián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Végén köszönjük a figyelmet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371515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64</TotalTime>
  <Words>250</Words>
  <Application>Microsoft Office PowerPoint</Application>
  <PresentationFormat>Szélesvásznú</PresentationFormat>
  <Paragraphs>77</Paragraphs>
  <Slides>14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Backend</vt:lpstr>
      <vt:lpstr>Frontend</vt:lpstr>
      <vt:lpstr>Adatbázis</vt:lpstr>
      <vt:lpstr>PowerPoint-bemutató</vt:lpstr>
      <vt:lpstr>Reszponzívitás</vt:lpstr>
      <vt:lpstr>Tesztelés</vt:lpstr>
      <vt:lpstr>Munkamegosztás</vt:lpstr>
      <vt:lpstr>Bővítési lehetőségek</vt:lpstr>
      <vt:lpstr>Köszönjük a figyelmet!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Tóthpál István</cp:lastModifiedBy>
  <cp:revision>40</cp:revision>
  <dcterms:created xsi:type="dcterms:W3CDTF">2026-02-27T07:48:09Z</dcterms:created>
  <dcterms:modified xsi:type="dcterms:W3CDTF">2026-03-05T16:34:04Z</dcterms:modified>
</cp:coreProperties>
</file>