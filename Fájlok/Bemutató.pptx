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61" r:id="rId6"/>
    <p:sldId id="260" r:id="rId7"/>
    <p:sldId id="264" r:id="rId8"/>
    <p:sldId id="265" r:id="rId9"/>
    <p:sldId id="259" r:id="rId10"/>
    <p:sldId id="258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AVxq0WvIJU?si=fdMjgQV-V2niKMh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432785" y="4794124"/>
            <a:ext cx="6154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Készítette: Kovács Edit és 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1467" y="1744622"/>
            <a:ext cx="9601200" cy="4012223"/>
          </a:xfrm>
        </p:spPr>
        <p:txBody>
          <a:bodyPr>
            <a:normAutofit fontScale="85000" lnSpcReduction="10000"/>
          </a:bodyPr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Prezentáció: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https://youtu.be/AAVxq0WvIJU?si=fdMjgQV-V2niKMhS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vizsgarész során a vizsgázó gyakorlati bemutatóval összekapcsolt szóbeli előadás formájában mutatja be a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szoftver célját,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műszaki megvalósítását,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működését,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forráskódját,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csapaton belüli munkamegosztást, a fejlesztési csapatban betöltött szerepét, a fejlesztés során használt projektszervezési eszközöket. </a:t>
            </a:r>
          </a:p>
          <a:p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Első dia szinte olyan mint a dokumentáció, mintával, dátummal „vizsgaremek” felirat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 7 infó a dián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Végén köszönjük a figyelmet</a:t>
            </a:r>
          </a:p>
          <a:p>
            <a:endParaRPr lang="hu-HU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9601200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3310152"/>
              </p:ext>
            </p:extLst>
          </p:nvPr>
        </p:nvGraphicFramePr>
        <p:xfrm>
          <a:off x="1371600" y="2286000"/>
          <a:ext cx="9601200" cy="2834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4530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1361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747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1904646"/>
      </p:ext>
    </p:extLst>
  </p:cSld>
  <p:clrMapOvr>
    <a:masterClrMapping/>
  </p:clrMapOvr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213</Words>
  <Application>Microsoft Office PowerPoint</Application>
  <PresentationFormat>Szélesvásznú</PresentationFormat>
  <Paragraphs>59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Backend</vt:lpstr>
      <vt:lpstr>Frontend</vt:lpstr>
      <vt:lpstr>Adatbázis</vt:lpstr>
      <vt:lpstr>Reszponzívitás</vt:lpstr>
      <vt:lpstr>Tesztelés</vt:lpstr>
      <vt:lpstr>Munkamegosztás</vt:lpstr>
      <vt:lpstr>Bővítési lehetőségek</vt:lpstr>
      <vt:lpstr>Köszönjük a figyelmet!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16</cp:revision>
  <dcterms:created xsi:type="dcterms:W3CDTF">2026-02-27T07:48:09Z</dcterms:created>
  <dcterms:modified xsi:type="dcterms:W3CDTF">2026-02-27T12:35:10Z</dcterms:modified>
</cp:coreProperties>
</file>