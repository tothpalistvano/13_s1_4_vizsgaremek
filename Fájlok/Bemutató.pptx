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61" r:id="rId6"/>
    <p:sldId id="260" r:id="rId7"/>
    <p:sldId id="264" r:id="rId8"/>
    <p:sldId id="268" r:id="rId9"/>
    <p:sldId id="265" r:id="rId10"/>
    <p:sldId id="259" r:id="rId11"/>
    <p:sldId id="258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BFB"/>
    <a:srgbClr val="000000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8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AVxq0WvIJU?si=fdMjgQV-V2niKMh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1467" y="1744622"/>
            <a:ext cx="9601200" cy="4012223"/>
          </a:xfrm>
        </p:spPr>
        <p:txBody>
          <a:bodyPr>
            <a:normAutofit fontScale="85000" lnSpcReduction="10000"/>
          </a:bodyPr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Prezentáció: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https://youtu.be/AAVxq0WvIJU?si=fdMjgQV-V2niKMhS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vizsgarész során a vizsgázó gyakorlati bemutatóval összekapcsolt szóbeli előadás formájában mutatja be a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szoftver célját,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műszaki megvalósítását,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működését,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forráskódját, 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csapaton belüli munkamegosztást, a fejlesztési csapatban betöltött szerepét, a fejlesztés során használt projektszervezési eszközöket. </a:t>
            </a:r>
          </a:p>
          <a:p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Első dia szinte olyan mint a dokumentáció, mintával, dátummal „vizsgaremek” felirat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 7 infó a dián</a:t>
            </a:r>
          </a:p>
          <a:p>
            <a:r>
              <a:rPr lang="hu-HU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Végén köszönjük a figyelmet</a:t>
            </a:r>
          </a:p>
          <a:p>
            <a:endParaRPr lang="hu-HU" sz="1800" b="0" i="0" u="none" strike="noStrike" baseline="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727DEE5-9D71-4742-BD18-4113BDDF0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8" y="408842"/>
            <a:ext cx="11053531" cy="6040315"/>
          </a:xfrm>
        </p:spPr>
      </p:pic>
      <p:sp>
        <p:nvSpPr>
          <p:cNvPr id="6" name="Téglalap 5">
            <a:extLst>
              <a:ext uri="{FF2B5EF4-FFF2-40B4-BE49-F238E27FC236}">
                <a16:creationId xmlns:a16="http://schemas.microsoft.com/office/drawing/2014/main" id="{DD21224A-048D-4922-85C5-E1ED7631335C}"/>
              </a:ext>
            </a:extLst>
          </p:cNvPr>
          <p:cNvSpPr/>
          <p:nvPr/>
        </p:nvSpPr>
        <p:spPr>
          <a:xfrm>
            <a:off x="10770577" y="6075485"/>
            <a:ext cx="1046285" cy="2286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1610887"/>
              </p:ext>
            </p:extLst>
          </p:nvPr>
        </p:nvGraphicFramePr>
        <p:xfrm>
          <a:off x="1371600" y="2286000"/>
          <a:ext cx="9601200" cy="2834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225</Words>
  <Application>Microsoft Office PowerPoint</Application>
  <PresentationFormat>Szélesvásznú</PresentationFormat>
  <Paragraphs>66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Backend</vt:lpstr>
      <vt:lpstr>Frontend</vt:lpstr>
      <vt:lpstr>Adatbázis</vt:lpstr>
      <vt:lpstr>PowerPoint-bemutató</vt:lpstr>
      <vt:lpstr>Reszponzívitás</vt:lpstr>
      <vt:lpstr>Tesztelés</vt:lpstr>
      <vt:lpstr>Munkamegosztás</vt:lpstr>
      <vt:lpstr>Bővítési lehetőségek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Kovács Edit</cp:lastModifiedBy>
  <cp:revision>25</cp:revision>
  <dcterms:created xsi:type="dcterms:W3CDTF">2026-02-27T07:48:09Z</dcterms:created>
  <dcterms:modified xsi:type="dcterms:W3CDTF">2026-03-03T08:58:01Z</dcterms:modified>
</cp:coreProperties>
</file>