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58" r:id="rId6"/>
    <p:sldId id="261" r:id="rId7"/>
    <p:sldId id="260" r:id="rId8"/>
    <p:sldId id="264" r:id="rId9"/>
    <p:sldId id="265" r:id="rId10"/>
    <p:sldId id="259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BFBFB"/>
    <a:srgbClr val="582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tílus és rács nélkül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5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26/03/2026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26/03/2026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26/03/2026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1632353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248147" y="4037418"/>
            <a:ext cx="2567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Készítették: 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Kovács Edit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Tóthpál István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F31665-F8D6-4A71-B7CD-8B3838903AC8}"/>
              </a:ext>
            </a:extLst>
          </p:cNvPr>
          <p:cNvPicPr/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02" y="4140200"/>
            <a:ext cx="1697023" cy="141222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9E1F8BE-8BEF-4EF9-8C23-31F4824FDC3B}"/>
              </a:ext>
            </a:extLst>
          </p:cNvPr>
          <p:cNvSpPr txBox="1"/>
          <p:nvPr/>
        </p:nvSpPr>
        <p:spPr>
          <a:xfrm>
            <a:off x="4318958" y="3167390"/>
            <a:ext cx="3554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bemutató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projekt bemutatása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001DDAED-5686-4A0D-A235-F749239A7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09233"/>
            <a:ext cx="7077808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Webáruház egy kreatív hobbibolt </a:t>
            </a:r>
            <a:r>
              <a:rPr lang="hu-HU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számára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Célok: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bolt elérésének növelése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Ötletek, tapasztalatok és segédletek elérése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Interaktív felület létrehozása horgoláshoz és </a:t>
            </a:r>
            <a:r>
              <a:rPr lang="hu-HU" i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kötéshez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855" y="4858853"/>
            <a:ext cx="3084945" cy="87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56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oldalunk funkciói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1133"/>
            <a:ext cx="9127067" cy="35814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 böngészése, rendelése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 böngészése, újak feltöltése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Egyedi minták készítése kép alapján horgoláshoz, kötéshez és hímzéshez, és az ehhez szükséges eszközök megrendelése az oldalunkról</a:t>
            </a:r>
          </a:p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313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71700"/>
            <a:ext cx="33951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9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4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1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5067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</a:p>
        </p:txBody>
      </p:sp>
      <p:graphicFrame>
        <p:nvGraphicFramePr>
          <p:cNvPr id="4" name="Táblázat 4">
            <a:extLst>
              <a:ext uri="{FF2B5EF4-FFF2-40B4-BE49-F238E27FC236}">
                <a16:creationId xmlns:a16="http://schemas.microsoft.com/office/drawing/2014/main" id="{F3ADCF9F-C003-4389-A81F-096209D55C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9385836"/>
              </p:ext>
            </p:extLst>
          </p:nvPr>
        </p:nvGraphicFramePr>
        <p:xfrm>
          <a:off x="1591733" y="2155614"/>
          <a:ext cx="9601200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77267">
                  <a:extLst>
                    <a:ext uri="{9D8B030D-6E8A-4147-A177-3AD203B41FA5}">
                      <a16:colId xmlns:a16="http://schemas.microsoft.com/office/drawing/2014/main" val="1522077895"/>
                    </a:ext>
                  </a:extLst>
                </a:gridCol>
                <a:gridCol w="5223933">
                  <a:extLst>
                    <a:ext uri="{9D8B030D-6E8A-4147-A177-3AD203B41FA5}">
                      <a16:colId xmlns:a16="http://schemas.microsoft.com/office/drawing/2014/main" val="902619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Kovács Edit: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Blog, poszt feltöltése, kommentelés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Mintakészítő oldal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Profil oldal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tesztelés Postmannel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megtervezése, létrehozása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Tóthpál István: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Belépés és regisztráció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és áruház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rendelése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Adminisztrációs felület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tesztelés </a:t>
                      </a:r>
                      <a:r>
                        <a:rPr lang="hu-HU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Robotframeworkkel</a:t>
                      </a:r>
                      <a:endParaRPr lang="hu-H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feltöltése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92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453054" cy="896815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25915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 12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Sanctum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Kontrollerek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Migrációk, táblák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Backend-frontend összeköttetés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8F5AFF7-93D3-4D08-A7F2-FB4DB21F30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20"/>
          <a:stretch/>
        </p:blipFill>
        <p:spPr>
          <a:xfrm>
            <a:off x="8905956" y="252182"/>
            <a:ext cx="2930445" cy="3305636"/>
          </a:xfrm>
          <a:prstGeom prst="rect">
            <a:avLst/>
          </a:prstGeom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414831-5E14-4101-BF7E-B9A1C9675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956" y="2448164"/>
            <a:ext cx="2048161" cy="416300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4CCB59EF-C964-4CBA-99AC-E4B332D8F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2560" y="4932069"/>
            <a:ext cx="1435679" cy="1494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7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40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100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80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5350933" cy="2286319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 3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Pinia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Bővítmények –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FontAwesome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DCEB919-1031-473A-B48E-4F0E5E0B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148" y="397772"/>
            <a:ext cx="2486372" cy="228631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9846C76-EA7B-41BA-A6FE-26DD3E5DD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330" y="3037572"/>
            <a:ext cx="2534004" cy="313416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CF3B571-DFA6-4E7E-998A-59BCADD4820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3667" b="65000" l="5667" r="93500">
                        <a14:foregroundMark x1="8500" y1="37000" x2="8500" y2="37000"/>
                        <a14:foregroundMark x1="5833" y1="35000" x2="5833" y2="35000"/>
                        <a14:foregroundMark x1="48667" y1="44333" x2="48667" y2="44333"/>
                        <a14:foregroundMark x1="60000" y1="49000" x2="60000" y2="49000"/>
                        <a14:foregroundMark x1="77167" y1="50333" x2="77167" y2="50333"/>
                        <a14:foregroundMark x1="80667" y1="56167" x2="80667" y2="56167"/>
                        <a14:foregroundMark x1="84667" y1="40500" x2="84667" y2="40500"/>
                        <a14:foregroundMark x1="84667" y1="50333" x2="84667" y2="50333"/>
                        <a14:foregroundMark x1="89667" y1="47000" x2="89667" y2="47000"/>
                        <a14:foregroundMark x1="93500" y1="46500" x2="93500" y2="46500"/>
                        <a14:foregroundMark x1="23500" y1="65000" x2="23500" y2="65000"/>
                      </a14:backgroundRemoval>
                    </a14:imgEffect>
                  </a14:imgLayer>
                </a14:imgProps>
              </a:ext>
            </a:extLst>
          </a:blip>
          <a:srcRect t="30000" b="31185"/>
          <a:stretch/>
        </p:blipFill>
        <p:spPr>
          <a:xfrm>
            <a:off x="6096000" y="5475034"/>
            <a:ext cx="1794933" cy="69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48607"/>
            <a:ext cx="9601200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 tábla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Mintaadatokkal való feltöltés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seeder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Címkék, kategóriák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Kommentek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Városok</a:t>
            </a:r>
          </a:p>
          <a:p>
            <a:pPr marL="530352" lvl="1" indent="0">
              <a:buNone/>
            </a:pP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3BBF849-1D16-4AEC-B1BA-DAA24D8705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94" b="47548"/>
          <a:stretch/>
        </p:blipFill>
        <p:spPr>
          <a:xfrm>
            <a:off x="8593667" y="685801"/>
            <a:ext cx="2776733" cy="2743200"/>
          </a:xfrm>
          <a:prstGeom prst="rect">
            <a:avLst/>
          </a:prstGeom>
        </p:spPr>
      </p:pic>
      <p:pic>
        <p:nvPicPr>
          <p:cNvPr id="6" name="Tartalom helye 4">
            <a:extLst>
              <a:ext uri="{FF2B5EF4-FFF2-40B4-BE49-F238E27FC236}">
                <a16:creationId xmlns:a16="http://schemas.microsoft.com/office/drawing/2014/main" id="{1BE3CA50-2222-4845-A8AB-0CE8C5056A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29" t="17395" r="36973" b="8660"/>
          <a:stretch/>
        </p:blipFill>
        <p:spPr>
          <a:xfrm>
            <a:off x="6172200" y="3534506"/>
            <a:ext cx="2062868" cy="3156437"/>
          </a:xfrm>
          <a:prstGeom prst="rect">
            <a:avLst/>
          </a:prstGeom>
          <a:noFill/>
          <a:effectLst>
            <a:outerShdw blurRad="2794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8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3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8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300"/>
                            </p:stCondLst>
                            <p:childTnLst>
                              <p:par>
                                <p:cTn id="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61646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Reszponzívitás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1" y="2036620"/>
            <a:ext cx="5232400" cy="3581400"/>
          </a:xfrm>
        </p:spPr>
        <p:txBody>
          <a:bodyPr/>
          <a:lstStyle/>
          <a:p>
            <a:r>
              <a:rPr lang="hu-HU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Igényes kinézet az összes funkció elérésével az alábbiakon is:</a:t>
            </a:r>
          </a:p>
          <a:p>
            <a:pPr lvl="1"/>
            <a:r>
              <a:rPr lang="hu-HU" i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Laptop</a:t>
            </a:r>
          </a:p>
          <a:p>
            <a:pPr lvl="1"/>
            <a:r>
              <a:rPr lang="hu-HU" i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Tablet</a:t>
            </a:r>
          </a:p>
          <a:p>
            <a:pPr lvl="1"/>
            <a:r>
              <a:rPr lang="hu-HU" i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7612" y="685800"/>
            <a:ext cx="2741953" cy="5510335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2899" y="2709111"/>
            <a:ext cx="2889689" cy="4068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29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 tesztek környezete: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Robotframework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tesztek környezete: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4A38960-D4BA-4B80-BA28-FDA596D77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071" y="685800"/>
            <a:ext cx="3639058" cy="428684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9CCA974-8804-4EAA-8365-E27E5DD88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038" y="4093198"/>
            <a:ext cx="2402162" cy="207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7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2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700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Fejlesztési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8238067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Szállító cégekkel való kapcsolat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Fizetési cégekkel való kapcsolat (online fizetés)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 alkalmazás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Moderátorok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Felhasználók közötti üzenetváltás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Ruhadarabok kötés és horgolási mintatervezése</a:t>
            </a:r>
          </a:p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963083"/>
          </a:xfrm>
        </p:spPr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A028852F-82BE-4AA8-A846-2ABD4E7A6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B89468A5-FD64-4D93-8DB9-8EE49118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Források</a:t>
            </a:r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174</TotalTime>
  <Words>224</Words>
  <Application>Microsoft Office PowerPoint</Application>
  <PresentationFormat>Szélesvásznú</PresentationFormat>
  <Paragraphs>81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Arial</vt:lpstr>
      <vt:lpstr>Franklin Gothic Book</vt:lpstr>
      <vt:lpstr>Times New Roman</vt:lpstr>
      <vt:lpstr>Wingdings</vt:lpstr>
      <vt:lpstr>Körülvágás</vt:lpstr>
      <vt:lpstr>Kreatív hobbi- és barkács webáruház</vt:lpstr>
      <vt:lpstr>A projekt bemutatása</vt:lpstr>
      <vt:lpstr>Az oldalunk funkciói</vt:lpstr>
      <vt:lpstr>Program részei</vt:lpstr>
      <vt:lpstr>Munkamegosztás</vt:lpstr>
      <vt:lpstr>Backend</vt:lpstr>
      <vt:lpstr>Frontend</vt:lpstr>
      <vt:lpstr>Adatbázis</vt:lpstr>
      <vt:lpstr>Reszponzívitás</vt:lpstr>
      <vt:lpstr>Tesztelés</vt:lpstr>
      <vt:lpstr>Fejlesztési lehetőségek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User</cp:lastModifiedBy>
  <cp:revision>49</cp:revision>
  <dcterms:created xsi:type="dcterms:W3CDTF">2026-02-27T07:48:09Z</dcterms:created>
  <dcterms:modified xsi:type="dcterms:W3CDTF">2026-03-26T18:52:18Z</dcterms:modified>
</cp:coreProperties>
</file>