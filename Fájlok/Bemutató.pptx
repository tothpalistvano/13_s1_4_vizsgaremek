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számára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kötéshez</a:t>
            </a: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56" y="2448164"/>
            <a:ext cx="2048161" cy="416300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4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1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8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172200" y="3534506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8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3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8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3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4595091" cy="3581400"/>
          </a:xfrm>
        </p:spPr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7612" y="685800"/>
            <a:ext cx="2741953" cy="551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2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700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Moderátorok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76053C-A6BC-4C33-8474-C12BD5859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175933"/>
            <a:ext cx="9601200" cy="3581400"/>
          </a:xfrm>
        </p:spPr>
        <p:txBody>
          <a:bodyPr>
            <a:normAutofit fontScale="70000" lnSpcReduction="20000"/>
          </a:bodyPr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szoftver célját,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műszaki megvalósítását,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működését,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forráskódját,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csapaton belüli munkamegosztást, a fejlesztési csapatban betöltött szerepét, a fejlesztés során használt projektszervezési eszközöket. </a:t>
            </a:r>
          </a:p>
          <a:p>
            <a:r>
              <a:rPr lang="hu-H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Első dia szinte olyan mint a dokumentáció, mintával, dátummal „vizsgaremek” felirat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 7 infó a dián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Végén köszönjük a figyelmet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71515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21</TotalTime>
  <Words>281</Words>
  <Application>Microsoft Office PowerPoint</Application>
  <PresentationFormat>Szélesvásznú</PresentationFormat>
  <Paragraphs>88</Paragraphs>
  <Slides>14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User</cp:lastModifiedBy>
  <cp:revision>46</cp:revision>
  <dcterms:created xsi:type="dcterms:W3CDTF">2026-02-27T07:48:09Z</dcterms:created>
  <dcterms:modified xsi:type="dcterms:W3CDTF">2026-03-23T16:16:54Z</dcterms:modified>
</cp:coreProperties>
</file>