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5" r:id="rId10"/>
    <p:sldId id="259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2596BE"/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go.wine/logo/Laravel" TargetMode="External"/><Relationship Id="rId2" Type="http://schemas.openxmlformats.org/officeDocument/2006/relationships/hyperlink" Target="https://www.svgrepo.com/svg/452130/vu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7077808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Webáruház egy kreatív hobbibolt számára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Célok: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bolt elérésének növelése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Ötletek, tapasztalatok és segédletek elérése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Interaktív felület létrehozása horgoláshoz és kötéshez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6A36C547-47DA-446B-B8C6-9CED0751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9587" y="5065258"/>
            <a:ext cx="2663213" cy="85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Relációs adatbázis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417"/>
          <a:stretch/>
        </p:blipFill>
        <p:spPr>
          <a:xfrm>
            <a:off x="6857795" y="3566955"/>
            <a:ext cx="2048161" cy="27302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 b="47548"/>
          <a:stretch/>
        </p:blipFill>
        <p:spPr>
          <a:xfrm>
            <a:off x="8593667" y="685801"/>
            <a:ext cx="2776733" cy="2743200"/>
          </a:xfrm>
          <a:prstGeom prst="rect">
            <a:avLst/>
          </a:prstGeom>
        </p:spPr>
      </p:pic>
      <p:pic>
        <p:nvPicPr>
          <p:cNvPr id="6" name="Tartalom helye 4">
            <a:extLst>
              <a:ext uri="{FF2B5EF4-FFF2-40B4-BE49-F238E27FC236}">
                <a16:creationId xmlns:a16="http://schemas.microsoft.com/office/drawing/2014/main" id="{1BE3CA50-2222-4845-A8AB-0CE8C5056A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29" t="17395" r="36973" b="8660"/>
          <a:stretch/>
        </p:blipFill>
        <p:spPr>
          <a:xfrm>
            <a:off x="6530799" y="3429000"/>
            <a:ext cx="2062868" cy="3156437"/>
          </a:xfrm>
          <a:prstGeom prst="rect">
            <a:avLst/>
          </a:prstGeo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8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3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8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3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800"/>
                            </p:stCondLst>
                            <p:childTnLst>
                              <p:par>
                                <p:cTn id="3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2036620"/>
            <a:ext cx="5232400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Igényes kinézet az összes funkció elérésével az alábbiakon is: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Laptop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Tablet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899" y="2709111"/>
            <a:ext cx="2889689" cy="4068916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16EE7A9-D8DB-422E-8782-F147E5C3A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6348" y="976032"/>
            <a:ext cx="3040745" cy="46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7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Fizetési cégekkel való kapcsolat (online fizetés)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 alkalmazás</a:t>
            </a:r>
          </a:p>
          <a:p>
            <a:r>
              <a:rPr lang="hu-HU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Felhasználók 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közötti üzenetváltás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Ruhadarabok kötés és horgolási mintatervezése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Blogposztokban a tartalomkészítésben felhasznált termékek megjelölése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9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3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28852F-82BE-4AA8-A846-2ABD4E7A6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601200" cy="2057400"/>
          </a:xfrm>
        </p:spPr>
        <p:txBody>
          <a:bodyPr>
            <a:normAutofit/>
          </a:bodyPr>
          <a:lstStyle/>
          <a:p>
            <a:r>
              <a:rPr lang="hu-HU" sz="1800" dirty="0" err="1"/>
              <a:t>Vue</a:t>
            </a:r>
            <a:r>
              <a:rPr lang="hu-HU" sz="1800" dirty="0"/>
              <a:t>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2"/>
              </a:rPr>
              <a:t>https://www.svgrepo.com/svg/452130/vue</a:t>
            </a:r>
            <a:endParaRPr lang="hu-HU" sz="1800" dirty="0"/>
          </a:p>
          <a:p>
            <a:r>
              <a:rPr lang="hu-HU" sz="1800" dirty="0"/>
              <a:t>Laravel </a:t>
            </a:r>
            <a:r>
              <a:rPr lang="hu-HU" sz="1800" dirty="0" err="1"/>
              <a:t>logo</a:t>
            </a:r>
            <a:r>
              <a:rPr lang="hu-HU" sz="1800" dirty="0"/>
              <a:t>: </a:t>
            </a:r>
            <a:r>
              <a:rPr lang="hu-HU" sz="1800" dirty="0">
                <a:hlinkClick r:id="rId3"/>
              </a:rPr>
              <a:t>https://www.logo.wine/logo/Laravel</a:t>
            </a:r>
            <a:endParaRPr lang="hu-HU" sz="1800" dirty="0"/>
          </a:p>
          <a:p>
            <a:pPr marL="0" indent="0">
              <a:buNone/>
            </a:pPr>
            <a:endParaRPr lang="hu-HU" sz="1800" dirty="0"/>
          </a:p>
          <a:p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89468A5-FD64-4D93-8DB9-8EE49118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Források</a:t>
            </a:r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264</Words>
  <Application>Microsoft Office PowerPoint</Application>
  <PresentationFormat>Szélesvásznú</PresentationFormat>
  <Paragraphs>83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Reszponzívitás</vt:lpstr>
      <vt:lpstr>Tesztelés</vt:lpstr>
      <vt:lpstr>Fejlesztési lehetőségek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Tóthpál István</cp:lastModifiedBy>
  <cp:revision>60</cp:revision>
  <dcterms:created xsi:type="dcterms:W3CDTF">2026-02-27T07:48:09Z</dcterms:created>
  <dcterms:modified xsi:type="dcterms:W3CDTF">2026-04-17T06:35:45Z</dcterms:modified>
</cp:coreProperties>
</file>